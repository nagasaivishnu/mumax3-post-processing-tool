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205740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MUMAX³ POST-PROCESSING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822960" y="251460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FMR &amp; Spatial Spin-Wave Mode Analysis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841248" y="3429000"/>
            <a:ext cx="4572000" cy="0"/>
          </a:xfrm>
          <a:prstGeom prst="line">
            <a:avLst/>
          </a:prstGeom>
          <a:noFill/>
          <a:ln w="19050">
            <a:solidFill>
              <a:srgbClr val="1A1A1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361188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Mathematical formulation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22960" y="603504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processing/fmr.py   ·   processing/mode_profile.py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76656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analyses, one Fourier idea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371600"/>
            <a:ext cx="10908792" cy="0"/>
          </a:xfrm>
          <a:prstGeom prst="line">
            <a:avLst/>
          </a:prstGeom>
          <a:noFill/>
          <a:ln w="12700">
            <a:solidFill>
              <a:srgbClr val="C8C8C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55448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paths take a time series, remove its DC component, and Fourier-transform along time.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2194560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FMR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40080" y="2606040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0-D averaged magnetisation vs. swept field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40080" y="3017520"/>
            <a:ext cx="5120640" cy="0"/>
          </a:xfrm>
          <a:prstGeom prst="line">
            <a:avLst/>
          </a:prstGeom>
          <a:noFill/>
          <a:ln w="12700">
            <a:solidFill>
              <a:srgbClr val="C8C8C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3154680"/>
            <a:ext cx="521208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800"/>
              </a:spcAft>
              <a:buSzPct val="100000"/>
              <a:buChar char="–"/>
            </a:pP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table.txt rows by field B</a:t>
            </a:r>
            <a:endParaRPr lang="en-US" sz="1350" dirty="0"/>
          </a:p>
          <a:p>
            <a:pPr marL="177800" indent="-177800">
              <a:spcAft>
                <a:spcPts val="800"/>
              </a:spcAft>
              <a:buSzPct val="100000"/>
              <a:buChar char="–"/>
            </a:pP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DC-remove m(t), FFT per field</a:t>
            </a:r>
            <a:endParaRPr lang="en-US" sz="1350" dirty="0"/>
          </a:p>
          <a:p>
            <a:pPr marL="177800" indent="-177800">
              <a:spcAft>
                <a:spcPts val="800"/>
              </a:spcAft>
              <a:buSzPct val="100000"/>
              <a:buChar char="–"/>
            </a:pP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Assemble χ(f, B)  →  heatmap</a:t>
            </a:r>
            <a:endParaRPr lang="en-US" sz="1350" dirty="0"/>
          </a:p>
          <a:p>
            <a:pPr marL="177800" indent="-177800">
              <a:spcAft>
                <a:spcPts val="800"/>
              </a:spcAft>
              <a:buSzPct val="100000"/>
              <a:buChar char="–"/>
            </a:pP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Slices: A(B) and S(f)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6355080" y="2194560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Spatial mode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355080" y="2606040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3-D magnetisation snapshots vs. time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355080" y="3017520"/>
            <a:ext cx="5120640" cy="0"/>
          </a:xfrm>
          <a:prstGeom prst="line">
            <a:avLst/>
          </a:prstGeom>
          <a:noFill/>
          <a:ln w="12700">
            <a:solidFill>
              <a:srgbClr val="C8C8C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0" y="3154680"/>
            <a:ext cx="521208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800"/>
              </a:spcAft>
              <a:buSzPct val="100000"/>
              <a:buChar char="–"/>
            </a:pP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/ project component m_c</a:t>
            </a:r>
            <a:endParaRPr lang="en-US" sz="1350" dirty="0"/>
          </a:p>
          <a:p>
            <a:pPr marL="177800" indent="-177800">
              <a:spcAft>
                <a:spcPts val="800"/>
              </a:spcAft>
              <a:buSzPct val="100000"/>
              <a:buChar char="–"/>
            </a:pP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 + DC-remove per cell</a:t>
            </a:r>
            <a:endParaRPr lang="en-US" sz="1350" dirty="0"/>
          </a:p>
          <a:p>
            <a:pPr marL="177800" indent="-177800">
              <a:spcAft>
                <a:spcPts val="800"/>
              </a:spcAft>
              <a:buSzPct val="100000"/>
              <a:buChar char="–"/>
            </a:pP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rFFT per cell  →  P(f, r)</a:t>
            </a:r>
            <a:endParaRPr lang="en-US" sz="1350" dirty="0"/>
          </a:p>
          <a:p>
            <a:pPr marL="177800" indent="-177800">
              <a:spcAft>
                <a:spcPts val="800"/>
              </a:spcAft>
              <a:buSzPct val="100000"/>
              <a:buChar char="–"/>
            </a:pP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 P_int(f), find peaks f_m</a:t>
            </a:r>
            <a:endParaRPr lang="en-US" sz="1350" dirty="0"/>
          </a:p>
          <a:p>
            <a:pPr marL="177800" indent="-177800">
              <a:spcAft>
                <a:spcPts val="800"/>
              </a:spcAft>
              <a:buSzPct val="100000"/>
              <a:buChar char="–"/>
            </a:pP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Single-bin map at f_m, average axis</a:t>
            </a:r>
            <a:endParaRPr lang="en-US" sz="13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FMR · CORE MATH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76656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Per-field transform → susceptibility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371600"/>
            <a:ext cx="10908792" cy="0"/>
          </a:xfrm>
          <a:prstGeom prst="line">
            <a:avLst/>
          </a:prstGeom>
          <a:noFill/>
          <a:ln w="12700">
            <a:solidFill>
              <a:srgbClr val="C8C8C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691640"/>
            <a:ext cx="457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6B6B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143000" y="1691640"/>
            <a:ext cx="2880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DC removal</a:t>
            </a:r>
            <a:endParaRPr lang="en-US" sz="1400" dirty="0"/>
          </a:p>
        </p:txBody>
      </p:sp>
      <p:pic>
        <p:nvPicPr>
          <p:cNvPr id="7" name="Image 0" descr="eq2/fmr_dc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0" y="1566059"/>
            <a:ext cx="7589520" cy="79980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40080" y="2624328"/>
            <a:ext cx="457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6B6B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1143000" y="2624328"/>
            <a:ext cx="2880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Discrete FT</a:t>
            </a:r>
            <a:endParaRPr lang="en-US" sz="1400" dirty="0"/>
          </a:p>
        </p:txBody>
      </p:sp>
      <p:pic>
        <p:nvPicPr>
          <p:cNvPr id="10" name="Image 1" descr="eq2/fmr_df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0" y="2346528"/>
            <a:ext cx="7589520" cy="1104239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640080" y="3557016"/>
            <a:ext cx="457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6B6B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12" name="Text 8"/>
          <p:cNvSpPr/>
          <p:nvPr/>
        </p:nvSpPr>
        <p:spPr>
          <a:xfrm>
            <a:off x="1143000" y="3557016"/>
            <a:ext cx="2880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Frequency axis</a:t>
            </a:r>
            <a:endParaRPr lang="en-US" sz="1400" dirty="0"/>
          </a:p>
        </p:txBody>
      </p:sp>
      <p:pic>
        <p:nvPicPr>
          <p:cNvPr id="13" name="Image 2" descr="eq2/fmr_freq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0" y="3488985"/>
            <a:ext cx="4350715" cy="684703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640080" y="4489704"/>
            <a:ext cx="457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6B6B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800" dirty="0"/>
          </a:p>
        </p:txBody>
      </p:sp>
      <p:sp>
        <p:nvSpPr>
          <p:cNvPr id="15" name="Text 10"/>
          <p:cNvSpPr/>
          <p:nvPr/>
        </p:nvSpPr>
        <p:spPr>
          <a:xfrm>
            <a:off x="1143000" y="4489704"/>
            <a:ext cx="2880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runs</a:t>
            </a:r>
            <a:endParaRPr lang="en-US" sz="1400" dirty="0"/>
          </a:p>
        </p:txBody>
      </p:sp>
      <p:pic>
        <p:nvPicPr>
          <p:cNvPr id="16" name="Image 3" descr="eq2/fmr_keep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14800" y="4487717"/>
            <a:ext cx="7589520" cy="552613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640080" y="5422392"/>
            <a:ext cx="457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6B6B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800" dirty="0"/>
          </a:p>
        </p:txBody>
      </p:sp>
      <p:sp>
        <p:nvSpPr>
          <p:cNvPr id="18" name="Text 12"/>
          <p:cNvSpPr/>
          <p:nvPr/>
        </p:nvSpPr>
        <p:spPr>
          <a:xfrm>
            <a:off x="1143000" y="5422392"/>
            <a:ext cx="2880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Susceptibility</a:t>
            </a:r>
            <a:endParaRPr lang="en-US" sz="1400" dirty="0"/>
          </a:p>
        </p:txBody>
      </p:sp>
      <p:pic>
        <p:nvPicPr>
          <p:cNvPr id="19" name="Image 4" descr="eq2/fmr_chi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14800" y="5452872"/>
            <a:ext cx="7589520" cy="48768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FMR · SLICES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76656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1-D cuts through χ(f, B)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371600"/>
            <a:ext cx="10908792" cy="0"/>
          </a:xfrm>
          <a:prstGeom prst="line">
            <a:avLst/>
          </a:prstGeom>
          <a:noFill/>
          <a:ln w="12700">
            <a:solidFill>
              <a:srgbClr val="C8C8C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7373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 frequency F  →  absorption vs. field</a:t>
            </a:r>
            <a:endParaRPr lang="en-US" sz="1500" dirty="0"/>
          </a:p>
        </p:txBody>
      </p:sp>
      <p:pic>
        <p:nvPicPr>
          <p:cNvPr id="6" name="Image 0" descr="eq2/fmr_ab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2148474"/>
            <a:ext cx="7817023" cy="73225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22960" y="288036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(get_absorption_curve)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640080" y="3429000"/>
            <a:ext cx="10908792" cy="0"/>
          </a:xfrm>
          <a:prstGeom prst="line">
            <a:avLst/>
          </a:prstGeom>
          <a:noFill/>
          <a:ln w="12700">
            <a:solidFill>
              <a:srgbClr val="C8C8C8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40080" y="36576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 field B  →  spectrum vs. frequency</a:t>
            </a:r>
            <a:endParaRPr lang="en-US" sz="1500" dirty="0"/>
          </a:p>
        </p:txBody>
      </p:sp>
      <p:pic>
        <p:nvPicPr>
          <p:cNvPr id="10" name="Image 1" descr="eq2/fmr_spec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4087734"/>
            <a:ext cx="7883591" cy="694212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822960" y="480060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(get_mfft_at_field)</a:t>
            </a:r>
            <a:endParaRPr lang="en-US" sz="1150" dirty="0"/>
          </a:p>
        </p:txBody>
      </p:sp>
      <p:sp>
        <p:nvSpPr>
          <p:cNvPr id="12" name="Text 8"/>
          <p:cNvSpPr/>
          <p:nvPr/>
        </p:nvSpPr>
        <p:spPr>
          <a:xfrm>
            <a:off x="640080" y="58521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Heatmap axes:  field B (x)  ·  frequency f (y)  ·  colour = |χ|.  Field axis in T or Oe (1 T = 10⁴ Oe).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SPATIAL MODE · COMPONENT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76656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Choose or project the component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371600"/>
            <a:ext cx="10908792" cy="0"/>
          </a:xfrm>
          <a:prstGeom prst="line">
            <a:avLst/>
          </a:prstGeom>
          <a:noFill/>
          <a:ln w="12700">
            <a:solidFill>
              <a:srgbClr val="C8C8C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64592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tensor from stacked OVF snapshots: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22960" y="205740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 ( t , z , y , x , c ) ,    shape ( Nₜ , n_z , n_y , n_x , 3 )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40080" y="2834640"/>
            <a:ext cx="5303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Axis component</a:t>
            </a:r>
            <a:endParaRPr lang="en-US" sz="1400" dirty="0"/>
          </a:p>
        </p:txBody>
      </p:sp>
      <p:pic>
        <p:nvPicPr>
          <p:cNvPr id="8" name="Image 0" descr="eq2/md_se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3177540"/>
            <a:ext cx="4940320" cy="59436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6309360" y="2834640"/>
            <a:ext cx="5303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In-plane projection</a:t>
            </a:r>
            <a:endParaRPr lang="en-US" sz="1400" dirty="0"/>
          </a:p>
        </p:txBody>
      </p:sp>
      <p:pic>
        <p:nvPicPr>
          <p:cNvPr id="10" name="Image 1" descr="eq2/md_c45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0" y="3191988"/>
            <a:ext cx="2348911" cy="794065"/>
          </a:xfrm>
          <a:prstGeom prst="rect">
            <a:avLst/>
          </a:prstGeom>
        </p:spPr>
      </p:pic>
      <p:pic>
        <p:nvPicPr>
          <p:cNvPr id="11" name="Image 2" descr="eq2/md_c135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2240" y="4127784"/>
            <a:ext cx="2496312" cy="751271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640080" y="530352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M45 is along the 45° (bias) axis; M135 along the 135° (MW) axis — projections of the full vector field, computed per cell.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SPATIAL MODE · CORE MATH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76656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Per-cell real FFT → power spectra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371600"/>
            <a:ext cx="10908792" cy="0"/>
          </a:xfrm>
          <a:prstGeom prst="line">
            <a:avLst/>
          </a:prstGeom>
          <a:noFill/>
          <a:ln w="12700">
            <a:solidFill>
              <a:srgbClr val="C8C8C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691640"/>
            <a:ext cx="457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6B6B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143000" y="1691640"/>
            <a:ext cx="2880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window</a:t>
            </a:r>
            <a:endParaRPr lang="en-US" sz="1400" dirty="0"/>
          </a:p>
        </p:txBody>
      </p:sp>
      <p:pic>
        <p:nvPicPr>
          <p:cNvPr id="7" name="Image 0" descr="eq2/md_wi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0" y="1728216"/>
            <a:ext cx="5225613" cy="47548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40080" y="2624328"/>
            <a:ext cx="457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6B6B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1143000" y="2624328"/>
            <a:ext cx="2880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DC per cell</a:t>
            </a:r>
            <a:endParaRPr lang="en-US" sz="1400" dirty="0"/>
          </a:p>
        </p:txBody>
      </p:sp>
      <p:pic>
        <p:nvPicPr>
          <p:cNvPr id="10" name="Image 1" descr="eq2/md_dc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0" y="2601468"/>
            <a:ext cx="5249388" cy="59436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640080" y="3557016"/>
            <a:ext cx="457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6B6B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12" name="Text 8"/>
          <p:cNvSpPr/>
          <p:nvPr/>
        </p:nvSpPr>
        <p:spPr>
          <a:xfrm>
            <a:off x="1143000" y="3557016"/>
            <a:ext cx="2880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FFT / cell</a:t>
            </a:r>
            <a:endParaRPr lang="en-US" sz="1400" dirty="0"/>
          </a:p>
        </p:txBody>
      </p:sp>
      <p:pic>
        <p:nvPicPr>
          <p:cNvPr id="13" name="Image 2" descr="eq2/md_rff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0" y="3389132"/>
            <a:ext cx="7175114" cy="884408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640080" y="4489704"/>
            <a:ext cx="457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6B6B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800" dirty="0"/>
          </a:p>
        </p:txBody>
      </p:sp>
      <p:sp>
        <p:nvSpPr>
          <p:cNvPr id="15" name="Text 10"/>
          <p:cNvSpPr/>
          <p:nvPr/>
        </p:nvSpPr>
        <p:spPr>
          <a:xfrm>
            <a:off x="1143000" y="4489704"/>
            <a:ext cx="2880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</a:t>
            </a:r>
            <a:endParaRPr lang="en-US" sz="1400" dirty="0"/>
          </a:p>
        </p:txBody>
      </p:sp>
      <p:pic>
        <p:nvPicPr>
          <p:cNvPr id="16" name="Image 3" descr="eq2/md_pow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14800" y="4512015"/>
            <a:ext cx="3223809" cy="504017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640080" y="5422392"/>
            <a:ext cx="457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6B6B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800" dirty="0"/>
          </a:p>
        </p:txBody>
      </p:sp>
      <p:sp>
        <p:nvSpPr>
          <p:cNvPr id="18" name="Text 12"/>
          <p:cNvSpPr/>
          <p:nvPr/>
        </p:nvSpPr>
        <p:spPr>
          <a:xfrm>
            <a:off x="1143000" y="5422392"/>
            <a:ext cx="2880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Integrated</a:t>
            </a:r>
            <a:endParaRPr lang="en-US" sz="1400" dirty="0"/>
          </a:p>
        </p:txBody>
      </p:sp>
      <p:pic>
        <p:nvPicPr>
          <p:cNvPr id="19" name="Image 4" descr="eq2/md_pint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14800" y="5228356"/>
            <a:ext cx="6656832" cy="936711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SPATIAL MODE · PROFILE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76656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Peaks and the single-bin mode map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371600"/>
            <a:ext cx="10908792" cy="0"/>
          </a:xfrm>
          <a:prstGeom prst="line">
            <a:avLst/>
          </a:prstGeom>
          <a:noFill/>
          <a:ln w="12700">
            <a:solidFill>
              <a:srgbClr val="C8C8C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69164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Resonance peaks from the integrated spectrum:</a:t>
            </a:r>
            <a:endParaRPr lang="en-US" sz="1400" dirty="0"/>
          </a:p>
        </p:txBody>
      </p:sp>
      <p:pic>
        <p:nvPicPr>
          <p:cNvPr id="6" name="Image 0" descr="eq2/md_peak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2080260"/>
            <a:ext cx="7412858" cy="5943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40080" y="28803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 map = the single frequency bin at the peak (no band integration):</a:t>
            </a:r>
            <a:endParaRPr lang="en-US" sz="1400" dirty="0"/>
          </a:p>
        </p:txBody>
      </p:sp>
      <p:pic>
        <p:nvPicPr>
          <p:cNvPr id="8" name="Image 1" descr="eq2/md_profil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3314151"/>
            <a:ext cx="7170359" cy="504017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640080" y="406908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 the 3-D block to 2-D by averaging one axis:</a:t>
            </a:r>
            <a:endParaRPr lang="en-US" sz="1350" dirty="0"/>
          </a:p>
        </p:txBody>
      </p:sp>
      <p:sp>
        <p:nvSpPr>
          <p:cNvPr id="10" name="Text 6"/>
          <p:cNvSpPr/>
          <p:nvPr/>
        </p:nvSpPr>
        <p:spPr>
          <a:xfrm>
            <a:off x="822960" y="4526280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 → XY</a:t>
            </a:r>
            <a:endParaRPr lang="en-US" sz="1250" dirty="0"/>
          </a:p>
        </p:txBody>
      </p:sp>
      <p:pic>
        <p:nvPicPr>
          <p:cNvPr id="11" name="Image 2" descr="eq2/md_z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77440" y="4590288"/>
            <a:ext cx="1216664" cy="329184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822960" y="5038344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 → XZ</a:t>
            </a:r>
            <a:endParaRPr lang="en-US" sz="1250" dirty="0"/>
          </a:p>
        </p:txBody>
      </p:sp>
      <p:pic>
        <p:nvPicPr>
          <p:cNvPr id="13" name="Image 3" descr="eq2/md_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77440" y="5102352"/>
            <a:ext cx="1158426" cy="329184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822960" y="5550408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 → YZ</a:t>
            </a:r>
            <a:endParaRPr lang="en-US" sz="1250" dirty="0"/>
          </a:p>
        </p:txBody>
      </p:sp>
      <p:pic>
        <p:nvPicPr>
          <p:cNvPr id="15" name="Image 4" descr="eq2/md_x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377440" y="5614416"/>
            <a:ext cx="1208764" cy="329184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822960" y="6062472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None</a:t>
            </a:r>
            <a:endParaRPr lang="en-US" sz="1250" dirty="0"/>
          </a:p>
        </p:txBody>
      </p:sp>
      <p:pic>
        <p:nvPicPr>
          <p:cNvPr id="17" name="Image 5" descr="eq2/md_none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377440" y="6126480"/>
            <a:ext cx="2208017" cy="32918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76656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pipeline in five lines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371600"/>
            <a:ext cx="10908792" cy="0"/>
          </a:xfrm>
          <a:prstGeom prst="line">
            <a:avLst/>
          </a:prstGeom>
          <a:noFill/>
          <a:ln w="12700">
            <a:solidFill>
              <a:srgbClr val="C8C8C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78308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FMR</a:t>
            </a:r>
            <a:endParaRPr lang="en-US" sz="1400" dirty="0"/>
          </a:p>
        </p:txBody>
      </p:sp>
      <p:pic>
        <p:nvPicPr>
          <p:cNvPr id="6" name="Image 0" descr="eq2/rc_fm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566160" y="1760220"/>
            <a:ext cx="515429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640080" y="2532888"/>
            <a:ext cx="10908792" cy="0"/>
          </a:xfrm>
          <a:prstGeom prst="line">
            <a:avLst/>
          </a:prstGeom>
          <a:noFill/>
          <a:ln w="12700">
            <a:solidFill>
              <a:srgbClr val="F4F4F4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40080" y="269748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Projection</a:t>
            </a:r>
            <a:endParaRPr lang="en-US" sz="1400" dirty="0"/>
          </a:p>
        </p:txBody>
      </p:sp>
      <p:pic>
        <p:nvPicPr>
          <p:cNvPr id="9" name="Image 1" descr="eq2/rc_proj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66160" y="2574768"/>
            <a:ext cx="5392034" cy="794065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640080" y="3447288"/>
            <a:ext cx="10908792" cy="0"/>
          </a:xfrm>
          <a:prstGeom prst="line">
            <a:avLst/>
          </a:prstGeom>
          <a:noFill/>
          <a:ln w="12700">
            <a:solidFill>
              <a:srgbClr val="F4F4F4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640080" y="361188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Per-cell power</a:t>
            </a:r>
            <a:endParaRPr lang="en-US" sz="1400" dirty="0"/>
          </a:p>
        </p:txBody>
      </p:sp>
      <p:pic>
        <p:nvPicPr>
          <p:cNvPr id="12" name="Image 2" descr="eq2/rc_pow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66160" y="3589020"/>
            <a:ext cx="5491886" cy="594360"/>
          </a:xfrm>
          <a:prstGeom prst="rect">
            <a:avLst/>
          </a:prstGeom>
        </p:spPr>
      </p:pic>
      <p:sp>
        <p:nvSpPr>
          <p:cNvPr id="13" name="Shape 8"/>
          <p:cNvSpPr/>
          <p:nvPr/>
        </p:nvSpPr>
        <p:spPr>
          <a:xfrm>
            <a:off x="640080" y="4361688"/>
            <a:ext cx="10908792" cy="0"/>
          </a:xfrm>
          <a:prstGeom prst="line">
            <a:avLst/>
          </a:prstGeom>
          <a:noFill/>
          <a:ln w="12700">
            <a:solidFill>
              <a:srgbClr val="F4F4F4"/>
            </a:solidFill>
            <a:prstDash val="solid"/>
          </a:ln>
        </p:spPr>
      </p:sp>
      <p:sp>
        <p:nvSpPr>
          <p:cNvPr id="14" name="Text 9"/>
          <p:cNvSpPr/>
          <p:nvPr/>
        </p:nvSpPr>
        <p:spPr>
          <a:xfrm>
            <a:off x="640080" y="452628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 → peaks</a:t>
            </a:r>
            <a:endParaRPr lang="en-US" sz="1400" dirty="0"/>
          </a:p>
        </p:txBody>
      </p:sp>
      <p:pic>
        <p:nvPicPr>
          <p:cNvPr id="15" name="Image 3" descr="eq2/rc_pint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66160" y="4360774"/>
            <a:ext cx="5235123" cy="879653"/>
          </a:xfrm>
          <a:prstGeom prst="rect">
            <a:avLst/>
          </a:prstGeom>
        </p:spPr>
      </p:pic>
      <p:sp>
        <p:nvSpPr>
          <p:cNvPr id="16" name="Shape 10"/>
          <p:cNvSpPr/>
          <p:nvPr/>
        </p:nvSpPr>
        <p:spPr>
          <a:xfrm>
            <a:off x="640080" y="5276088"/>
            <a:ext cx="10908792" cy="0"/>
          </a:xfrm>
          <a:prstGeom prst="line">
            <a:avLst/>
          </a:prstGeom>
          <a:noFill/>
          <a:ln w="12700">
            <a:solidFill>
              <a:srgbClr val="F4F4F4"/>
            </a:solidFill>
            <a:prstDash val="solid"/>
          </a:ln>
        </p:spPr>
      </p:sp>
      <p:sp>
        <p:nvSpPr>
          <p:cNvPr id="17" name="Text 11"/>
          <p:cNvSpPr/>
          <p:nvPr/>
        </p:nvSpPr>
        <p:spPr>
          <a:xfrm>
            <a:off x="640080" y="544068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 map</a:t>
            </a:r>
            <a:endParaRPr lang="en-US" sz="1400" dirty="0"/>
          </a:p>
        </p:txBody>
      </p:sp>
      <p:pic>
        <p:nvPicPr>
          <p:cNvPr id="18" name="Image 4" descr="eq2/rc_map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66160" y="5417820"/>
            <a:ext cx="4940320" cy="594360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640080" y="63550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FFT_t = DFT along time (positive-frequency half).   rFFT = real-input FFT (single precision).</a:t>
            </a:r>
            <a:endParaRPr lang="en-US" sz="1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2026-10-14T13:36:27Z</dcterms:created>
  <dcterms:modified xsi:type="dcterms:W3CDTF">2026-10-14T13:36:27Z</dcterms:modified>
</cp:coreProperties>
</file>
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965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A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MuMax³ Post-Processing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FMR &amp; Spatial Spin-Wave Mode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steps and computational 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2C3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table.txt  ·  m*.ovf snapshots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33832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2C3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977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 FFT  →  |χ(f,B)| ,  P(f,r)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33832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2C3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75320" y="3977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Heatmaps · slices · mode profiles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Reference: processing/fmr.py  ·  processing/mode_profile.py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analysis paths from one simulation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FMR  (0-D magnetisation vs. swept field)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table.txt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m(t) per field 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14600" y="2423160"/>
            <a:ext cx="32004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96596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965960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(opt) resample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00600" y="2423160"/>
            <a:ext cx="32004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196596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965960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FFT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field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86600" y="2423160"/>
            <a:ext cx="32004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196596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06640" y="1965960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χ(f,B) matrix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|χ| heatmap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72600" y="2423160"/>
            <a:ext cx="32004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92640" y="196596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13A3B0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92640" y="1965960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A(B) · S(f)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Mode  (3-D magnetisation snapshots vs. time)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840480"/>
            <a:ext cx="1627632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m*.ovf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m(t,z,y,x)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76272" y="4297680"/>
            <a:ext cx="27432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450592" y="384048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50592" y="3840480"/>
            <a:ext cx="1627632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+ DC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cell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078224" y="4297680"/>
            <a:ext cx="27432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352544" y="384048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52544" y="3840480"/>
            <a:ext cx="1627632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FFT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cell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80176" y="4297680"/>
            <a:ext cx="27432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54496" y="384048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54496" y="3840480"/>
            <a:ext cx="1627632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P(f,r)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P_int(f)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882128" y="4297680"/>
            <a:ext cx="27432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56448" y="384048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3A3B0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56448" y="3840480"/>
            <a:ext cx="1627632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find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f_m modes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784080" y="4297680"/>
            <a:ext cx="27432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58400" y="384048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3A3B0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058400" y="3840480"/>
            <a:ext cx="1627632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map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/ slice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idea:  </a:t>
            </a:r>
            <a:pPr indent="0" marL="0">
              <a:buNone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take a time series, remove its DC component, and apply a discrete Fourier transform along time. </a:t>
            </a:r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FMR </a:t>
            </a:r>
            <a:pPr indent="0" marL="0">
              <a:buNone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one averaged signal per field; </a:t>
            </a:r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analysis </a:t>
            </a:r>
            <a:pPr indent="0" marL="0">
              <a:buNone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every spatial cell, then reduces to 2-D maps at resonance peaks.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FMR · STEP 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and notation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table.txt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time samples  [s]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99923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m_a(t)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2999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magnetisation component, a = MW-field dir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71246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37124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swept static field values (B_stat or B_ext)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42569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44256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interval  [s]  (user input)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513892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 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51389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per field run / kept length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by field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2402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sweeps the static field. Rows are grouped by their field value:
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796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∈ { B₁, B₂, … , B_K } = sort(unique(B))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6118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field Bₖ, one time series mₐ(t) is extracted and Fourier-transformed independently. Duplicate time points (a MuMax artefact) are dropped before the transform.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37960" y="5257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 is a 2-D matrix indexed by (frequency, field).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FMR · CORE MATH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Per-field transform → susceptibility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7276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removal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7315200" cy="603504"/>
          </a:xfrm>
          <a:prstGeom prst="roundRect">
            <a:avLst>
              <a:gd name="adj" fmla="val 12121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pic>
        <p:nvPicPr>
          <p:cNvPr id="8" name="Image 0" descr="eq/fmr_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665248"/>
            <a:ext cx="3612323" cy="381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23865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386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23317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uniform resample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2313432"/>
            <a:ext cx="7315200" cy="603504"/>
          </a:xfrm>
          <a:prstGeom prst="roundRect">
            <a:avLst>
              <a:gd name="adj" fmla="val 12121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pic>
        <p:nvPicPr>
          <p:cNvPr id="13" name="Image 1" descr="eq/fmr_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487498"/>
            <a:ext cx="3461719" cy="25537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234440" y="30906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Fourier transform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297680" y="3072384"/>
            <a:ext cx="7315200" cy="603504"/>
          </a:xfrm>
          <a:prstGeom prst="roundRect">
            <a:avLst>
              <a:gd name="adj" fmla="val 12121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pic>
        <p:nvPicPr>
          <p:cNvPr id="18" name="Image 2" descr="eq/fmr_d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108941"/>
            <a:ext cx="3658160" cy="530389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94360" y="39044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5"/>
          <p:cNvSpPr/>
          <p:nvPr/>
        </p:nvSpPr>
        <p:spPr>
          <a:xfrm>
            <a:off x="59436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234440" y="384962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axis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4297680" y="3831336"/>
            <a:ext cx="7315200" cy="603504"/>
          </a:xfrm>
          <a:prstGeom prst="roundRect">
            <a:avLst>
              <a:gd name="adj" fmla="val 12121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pic>
        <p:nvPicPr>
          <p:cNvPr id="23" name="Image 3" descr="eq/fmr_freq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984666"/>
            <a:ext cx="1872733" cy="2968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94360" y="4663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19"/>
          <p:cNvSpPr/>
          <p:nvPr/>
        </p:nvSpPr>
        <p:spPr>
          <a:xfrm>
            <a:off x="59436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234440" y="460857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complete runs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297680" y="4590288"/>
            <a:ext cx="7315200" cy="603504"/>
          </a:xfrm>
          <a:prstGeom prst="roundRect">
            <a:avLst>
              <a:gd name="adj" fmla="val 12121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pic>
        <p:nvPicPr>
          <p:cNvPr id="28" name="Image 4" descr="eq/fmr_kee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4765445"/>
            <a:ext cx="3485728" cy="25319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594360" y="54223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3"/>
          <p:cNvSpPr/>
          <p:nvPr/>
        </p:nvSpPr>
        <p:spPr>
          <a:xfrm>
            <a:off x="594360" y="5422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1234440" y="536752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4297680" y="5349240"/>
            <a:ext cx="7315200" cy="603504"/>
          </a:xfrm>
          <a:prstGeom prst="roundRect">
            <a:avLst>
              <a:gd name="adj" fmla="val 12121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pic>
        <p:nvPicPr>
          <p:cNvPr id="33" name="Image 5" descr="eq/fmr_ch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5538584"/>
            <a:ext cx="3566487" cy="224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FMR · FLOW &amp; OUTPUTS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calc_susceptibility → slices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45920"/>
            <a:ext cx="4206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table.txt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51760" y="2212848"/>
            <a:ext cx="0" cy="18288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395728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395728"/>
            <a:ext cx="4206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rows by field Bₖ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51760" y="2962656"/>
            <a:ext cx="0" cy="18288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145536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45536"/>
            <a:ext cx="4206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Bₖ: dedup · DC · (resample)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51760" y="3712464"/>
            <a:ext cx="0" cy="18288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895344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895344"/>
            <a:ext cx="4206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→ Mₖ(f)  [positive half]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651760" y="4462272"/>
            <a:ext cx="0" cy="18288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645152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645152"/>
            <a:ext cx="4206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incomplete runs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651760" y="5212080"/>
            <a:ext cx="0" cy="18288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5394960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13A3B0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5394960"/>
            <a:ext cx="4206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χ(f, B)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1208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1-D slices from χ(f, B)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12080" y="2148840"/>
            <a:ext cx="6400800" cy="1737360"/>
          </a:xfrm>
          <a:prstGeom prst="roundRect">
            <a:avLst>
              <a:gd name="adj" fmla="val 4211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286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vs. field  (fixed frequency F)</a:t>
            </a:r>
            <a:endParaRPr lang="en-US" sz="1400" dirty="0"/>
          </a:p>
        </p:txBody>
      </p:sp>
      <p:pic>
        <p:nvPicPr>
          <p:cNvPr id="24" name="Image 0" descr="eq/fmr_ab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2687723"/>
            <a:ext cx="1597716" cy="312122"/>
          </a:xfrm>
          <a:prstGeom prst="rect">
            <a:avLst/>
          </a:prstGeom>
        </p:spPr>
      </p:pic>
      <p:pic>
        <p:nvPicPr>
          <p:cNvPr id="25" name="Image 1" descr="eq/fmr_ab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3133712"/>
            <a:ext cx="1580255" cy="22481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40680" y="35204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(get_absorption_curve)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212080" y="4023360"/>
            <a:ext cx="640080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44068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vs. frequency  (fixed field B*)</a:t>
            </a:r>
            <a:endParaRPr lang="en-US" sz="1400" dirty="0"/>
          </a:p>
        </p:txBody>
      </p:sp>
      <p:pic>
        <p:nvPicPr>
          <p:cNvPr id="29" name="Image 2" descr="eq/fmr_spec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4569882"/>
            <a:ext cx="1796340" cy="296844"/>
          </a:xfrm>
          <a:prstGeom prst="rect">
            <a:avLst/>
          </a:prstGeom>
        </p:spPr>
      </p:pic>
      <p:pic>
        <p:nvPicPr>
          <p:cNvPr id="30" name="Image 3" descr="eq/fmr_spec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5008232"/>
            <a:ext cx="1492948" cy="22481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40680" y="5394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(get_mfft_at_field)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212080" y="5897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axes: field B (x) · frequency f (y) · colour = |χ|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MODE · STEP 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magnetisation data tensor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OVF snapshots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( t , z , y , x , c 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  ( Nₜ , n_z , n_y , n_x , 3 )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 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03120" y="3429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 — time (slowest to acquire)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 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03120" y="3931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  — out-of-plane (OVF slowest)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 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03120" y="4434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4937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 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103120" y="4937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— in-plane (OVF fastest)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5440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 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03120" y="5440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— component  0=Mx 1=My 2=Mz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2402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m*.ovf holds one time snapshot as a (n_z, n_y, n_x, 3) binary block. Files are read in parallel and stacked over time.
</a:t>
            </a:r>
            <a:pPr indent="0" marL="0">
              <a:buNone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.npy cache is written so re-analysis skips the OVF parse. User parameters:
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4343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c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95360" y="4343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Mx/My/Mz to analyse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9103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95360" y="49103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interval [s]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54772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t_start, t_end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0" y="54772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time window [s]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MODE · CORE MATH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Per-cell FFT → power spectra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7276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component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7315200" cy="603504"/>
          </a:xfrm>
          <a:prstGeom prst="roundRect">
            <a:avLst>
              <a:gd name="adj" fmla="val 12121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pic>
        <p:nvPicPr>
          <p:cNvPr id="8" name="Image 0" descr="eq/md_s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728546"/>
            <a:ext cx="2739254" cy="25537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23865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386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23317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2313432"/>
            <a:ext cx="7315200" cy="603504"/>
          </a:xfrm>
          <a:prstGeom prst="roundRect">
            <a:avLst>
              <a:gd name="adj" fmla="val 12121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pic>
        <p:nvPicPr>
          <p:cNvPr id="13" name="Image 1" descr="eq/md_w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514781"/>
            <a:ext cx="2250336" cy="20080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234440" y="30906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removal per cell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297680" y="3072384"/>
            <a:ext cx="7315200" cy="603504"/>
          </a:xfrm>
          <a:prstGeom prst="roundRect">
            <a:avLst>
              <a:gd name="adj" fmla="val 12121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pic>
        <p:nvPicPr>
          <p:cNvPr id="18" name="Image 2" descr="eq/md_d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244267"/>
            <a:ext cx="3167058" cy="25973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94360" y="39044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5"/>
          <p:cNvSpPr/>
          <p:nvPr/>
        </p:nvSpPr>
        <p:spPr>
          <a:xfrm>
            <a:off x="59436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234440" y="384962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DFT per cell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4297680" y="3831336"/>
            <a:ext cx="7315200" cy="603504"/>
          </a:xfrm>
          <a:prstGeom prst="roundRect">
            <a:avLst>
              <a:gd name="adj" fmla="val 12121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pic>
        <p:nvPicPr>
          <p:cNvPr id="23" name="Image 3" descr="eq/md_d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942104"/>
            <a:ext cx="3027367" cy="3819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94360" y="4663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19"/>
          <p:cNvSpPr/>
          <p:nvPr/>
        </p:nvSpPr>
        <p:spPr>
          <a:xfrm>
            <a:off x="59436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234440" y="460857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(amplitude)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297680" y="4590288"/>
            <a:ext cx="7315200" cy="603504"/>
          </a:xfrm>
          <a:prstGeom prst="roundRect">
            <a:avLst>
              <a:gd name="adj" fmla="val 12121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pic>
        <p:nvPicPr>
          <p:cNvPr id="28" name="Image 4" descr="eq/md_p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4782906"/>
            <a:ext cx="1388180" cy="218267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594360" y="54223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3"/>
          <p:cNvSpPr/>
          <p:nvPr/>
        </p:nvSpPr>
        <p:spPr>
          <a:xfrm>
            <a:off x="594360" y="5422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1234440" y="536752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spectrum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4297680" y="5349240"/>
            <a:ext cx="7315200" cy="603504"/>
          </a:xfrm>
          <a:prstGeom prst="roundRect">
            <a:avLst>
              <a:gd name="adj" fmla="val 12121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pic>
        <p:nvPicPr>
          <p:cNvPr id="33" name="Image 5" descr="eq/md_p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5450186"/>
            <a:ext cx="2865849" cy="4016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MODE · PEAKS → MAPS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Resonance detection and 2-D profiles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AF1F5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detection  (find_fmr_peaks)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P_int(f) to  f_min ≤ f ≤ f_max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local maxima  (scipy find_peaks)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amplitude, strongest first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top n → mode set { f_m }</a:t>
            </a:r>
            <a:endParaRPr lang="en-US" sz="1300" dirty="0"/>
          </a:p>
        </p:txBody>
      </p:sp>
      <p:pic>
        <p:nvPicPr>
          <p:cNvPr id="10" name="Image 0" descr="eq/md_pea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463958"/>
            <a:ext cx="2134654" cy="21608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4937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= strongest resonance.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profile  (get_spatial_profile)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9224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3-D power block at a mode frequency:</a:t>
            </a:r>
            <a:endParaRPr lang="en-US" sz="1300" dirty="0"/>
          </a:p>
        </p:txBody>
      </p:sp>
      <p:pic>
        <p:nvPicPr>
          <p:cNvPr id="15" name="Image 1" descr="eq/md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644302"/>
            <a:ext cx="2034251" cy="21608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92240" y="3108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to a 2-D map by averaging along one axis: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92240" y="35661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300" dirty="0"/>
          </a:p>
        </p:txBody>
      </p:sp>
      <p:pic>
        <p:nvPicPr>
          <p:cNvPr id="18" name="Image 2" descr="eq/md_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42031"/>
            <a:ext cx="945097" cy="2597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12680" y="3566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92240" y="404164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300" dirty="0"/>
          </a:p>
        </p:txBody>
      </p:sp>
      <p:pic>
        <p:nvPicPr>
          <p:cNvPr id="21" name="Image 3" descr="eq/md_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114245"/>
            <a:ext cx="945097" cy="2662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12680" y="40416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XZ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92240" y="451713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300" dirty="0"/>
          </a:p>
        </p:txBody>
      </p:sp>
      <p:pic>
        <p:nvPicPr>
          <p:cNvPr id="24" name="Image 4" descr="eq/md_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593007"/>
            <a:ext cx="940732" cy="25973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012680" y="451713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YZ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492240" y="4992624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</p:txBody>
      </p:sp>
      <p:pic>
        <p:nvPicPr>
          <p:cNvPr id="27" name="Image 5" descr="eq/md_n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5089230"/>
            <a:ext cx="1455843" cy="21826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012680" y="499262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XY slice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492240" y="5577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as log₁₀(P) or linear.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MODE ·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OVF files to a mode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08960" y="1572768"/>
            <a:ext cx="5943600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108960" y="1572768"/>
            <a:ext cx="5943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m*.ovf → m(t,z,y,x,c)   (cache .npy)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2029968"/>
            <a:ext cx="0" cy="146304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08960" y="2176272"/>
            <a:ext cx="5943600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2176272"/>
            <a:ext cx="5943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component 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633472"/>
            <a:ext cx="0" cy="146304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08960" y="2779776"/>
            <a:ext cx="5943600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08960" y="2779776"/>
            <a:ext cx="5943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time window [t_start, t_end]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3236976"/>
            <a:ext cx="0" cy="146304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08960" y="3383280"/>
            <a:ext cx="5943600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08960" y="3383280"/>
            <a:ext cx="5943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DC per cell  (mean over time)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3840480"/>
            <a:ext cx="0" cy="146304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108960" y="3986784"/>
            <a:ext cx="5943600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08960" y="3986784"/>
            <a:ext cx="5943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FFT per cell → M(f,r)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80760" y="4443984"/>
            <a:ext cx="0" cy="146304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08960" y="4590288"/>
            <a:ext cx="5943600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08960" y="4590288"/>
            <a:ext cx="5943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P=|M| ;  integrate P_int(f)=Σ_r 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80760" y="5047488"/>
            <a:ext cx="0" cy="146304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108960" y="5193792"/>
            <a:ext cx="5943600" cy="457200"/>
          </a:xfrm>
          <a:prstGeom prst="roundRect">
            <a:avLst>
              <a:gd name="adj" fmla="val 18000"/>
            </a:avLst>
          </a:prstGeom>
          <a:solidFill>
            <a:srgbClr val="13A3B0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08960" y="5193792"/>
            <a:ext cx="5943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peaks on P_int → modes { fₘ }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80760" y="5650992"/>
            <a:ext cx="0" cy="146304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108960" y="5797296"/>
            <a:ext cx="5943600" cy="457200"/>
          </a:xfrm>
          <a:prstGeom prst="roundRect">
            <a:avLst>
              <a:gd name="adj" fmla="val 18000"/>
            </a:avLst>
          </a:prstGeom>
          <a:solidFill>
            <a:srgbClr val="13A3B0"/>
          </a:solidFill>
          <a:ln/>
          <a:effectLst>
            <a:outerShdw sx="100000" sy="100000" kx="0" ky="0" algn="bl" rotWithShape="0" blurRad="50800" dist="25400" dir="5400000">
              <a:srgbClr val="9FB4C2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108960" y="5797296"/>
            <a:ext cx="5943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P(fₘ) along axis → 2-D profile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172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frequency bin holds a full 3-D power map; a resonance peak is where 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spatially-coherent mode concentrates energy — the averaged slice reveals its shape.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3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RECAP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pipeline in six 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60020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DC-removed signal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0" y="1600200"/>
            <a:ext cx="6537960" cy="566928"/>
          </a:xfrm>
          <a:prstGeom prst="roundRect">
            <a:avLst>
              <a:gd name="adj" fmla="val 12903"/>
            </a:avLst>
          </a:prstGeom>
          <a:solidFill>
            <a:srgbClr val="2C3A6B"/>
          </a:solidFill>
          <a:ln/>
        </p:spPr>
      </p:sp>
      <p:pic>
        <p:nvPicPr>
          <p:cNvPr id="8" name="Image 0" descr="eq/r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753795"/>
            <a:ext cx="1730860" cy="25973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237744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3774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65960" y="23774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0" y="2377440"/>
            <a:ext cx="6537960" cy="566928"/>
          </a:xfrm>
          <a:prstGeom prst="roundRect">
            <a:avLst>
              <a:gd name="adj" fmla="val 12903"/>
            </a:avLst>
          </a:prstGeom>
          <a:solidFill>
            <a:srgbClr val="2C3A6B"/>
          </a:solidFill>
          <a:ln/>
        </p:spPr>
      </p:sp>
      <p:pic>
        <p:nvPicPr>
          <p:cNvPr id="13" name="Image 1" descr="eq/r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2551770"/>
            <a:ext cx="3304567" cy="21826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" y="315468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315468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965960" y="315468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029200" y="3154680"/>
            <a:ext cx="6537960" cy="566928"/>
          </a:xfrm>
          <a:prstGeom prst="roundRect">
            <a:avLst>
              <a:gd name="adj" fmla="val 12903"/>
            </a:avLst>
          </a:prstGeom>
          <a:solidFill>
            <a:srgbClr val="2C3A6B"/>
          </a:solidFill>
          <a:ln/>
        </p:spPr>
      </p:sp>
      <p:pic>
        <p:nvPicPr>
          <p:cNvPr id="18" name="Image 2" descr="eq/rc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3329010"/>
            <a:ext cx="2887676" cy="218267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0080" y="393192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393192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965960" y="39319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spectrum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029200" y="3931920"/>
            <a:ext cx="6537960" cy="566928"/>
          </a:xfrm>
          <a:prstGeom prst="roundRect">
            <a:avLst>
              <a:gd name="adj" fmla="val 12903"/>
            </a:avLst>
          </a:prstGeom>
          <a:solidFill>
            <a:srgbClr val="2C3A6B"/>
          </a:solidFill>
          <a:ln/>
        </p:spPr>
      </p:sp>
      <p:pic>
        <p:nvPicPr>
          <p:cNvPr id="23" name="Image 3" descr="eq/rc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4085515"/>
            <a:ext cx="2239422" cy="25973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40080" y="470916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470916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965960" y="47091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spectrum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5029200" y="4709160"/>
            <a:ext cx="6537960" cy="566928"/>
          </a:xfrm>
          <a:prstGeom prst="roundRect">
            <a:avLst>
              <a:gd name="adj" fmla="val 12903"/>
            </a:avLst>
          </a:prstGeom>
          <a:solidFill>
            <a:srgbClr val="2C3A6B"/>
          </a:solidFill>
          <a:ln/>
        </p:spPr>
      </p:sp>
      <p:pic>
        <p:nvPicPr>
          <p:cNvPr id="28" name="Image 4" descr="eq/rc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4801640"/>
            <a:ext cx="2540631" cy="381968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40080" y="548640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sp>
        <p:nvSpPr>
          <p:cNvPr id="30" name="Text 23"/>
          <p:cNvSpPr/>
          <p:nvPr/>
        </p:nvSpPr>
        <p:spPr>
          <a:xfrm>
            <a:off x="640080" y="548640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965960" y="548640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profile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5029200" y="5486400"/>
            <a:ext cx="6537960" cy="566928"/>
          </a:xfrm>
          <a:prstGeom prst="roundRect">
            <a:avLst>
              <a:gd name="adj" fmla="val 12903"/>
            </a:avLst>
          </a:prstGeom>
          <a:solidFill>
            <a:srgbClr val="2C3A6B"/>
          </a:solidFill>
          <a:ln/>
        </p:spPr>
      </p:sp>
      <p:pic>
        <p:nvPicPr>
          <p:cNvPr id="33" name="Image 5" descr="eq/rc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5639995"/>
            <a:ext cx="2302720" cy="25973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FFT_t = discrete Fourier transform along the time axis, positive-frequency half retained.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2026-07-22T09:47:24Z</dcterms:created>
  <dcterms:modified xsi:type="dcterms:W3CDTF">2026-07-22T09:47:24Z</dcterms:modified>
</cp:coreProperties>
</file>